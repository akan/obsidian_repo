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AI辅助编程进入巡航模式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三种主流AI编程工具的实践对比与经验分享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Vue-CopilotKit 升级项目</a:t>
            </a:r>
          </a:p>
          <a:p>
            <a:r>
              <a:t>从 1.0.1 升级到 1.10.6+</a:t>
            </a:r>
          </a:p>
          <a:p>
            <a:r>
              <a:t>后端接口优化与功能扩展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三种AI编程方案对比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Claude Code + GLM4.6</a:t>
            </a:r>
          </a:p>
          <a:p>
            <a:r>
              <a:t>2. Antigravity + Gemini3 Pro + Sonnet4.5</a:t>
            </a:r>
          </a:p>
          <a:p>
            <a:r>
              <a:t>3. Auto-coder + Deepseek3.2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实施方法：项目设计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目录结构设计理念</a:t>
            </a:r>
          </a:p>
          <a:p>
            <a:r>
              <a:t>• 充足上下文</a:t>
            </a:r>
          </a:p>
          <a:p>
            <a:r>
              <a:t>• 明确参考方案</a:t>
            </a:r>
          </a:p>
          <a:p>
            <a:r>
              <a:t>• Debug支持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配置文档对比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CLAUDE.md vs autocoder RULES.md vs Antigravity 配置</a:t>
            </a:r>
          </a:p>
          <a:p>
            <a:r>
              <a:t>不同AI工具的配置策略对比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好的开始是成功的一半</a:t>
            </a:r>
          </a:p>
          <a:p>
            <a:r>
              <a:t>规划比执行更重要</a:t>
            </a:r>
          </a:p>
          <a:p>
            <a:r>
              <a:t>工具选择决定效率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