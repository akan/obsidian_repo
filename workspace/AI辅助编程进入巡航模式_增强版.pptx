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AI辅助编程进入巡航模式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>
                <a:solidFill>
                  <a:srgbClr val="F39C12"/>
                </a:solidFill>
              </a:defRPr>
            </a:pPr>
            <a:r>
              <a:t>三种主流AI编程工具的实践对比与经验分享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Vue-CopilotKit 升级项目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4F6F6"/>
                </a:solidFill>
              </a:defRPr>
            </a:pPr>
            <a:r>
              <a:t>主线需求：Vue-CopilotKit 升级到与 React 新版兼容</a:t>
            </a:r>
          </a:p>
          <a:p>
            <a:pPr>
              <a:defRPr sz="1800">
                <a:solidFill>
                  <a:srgbClr val="F4F6F6"/>
                </a:solidFill>
              </a:defRPr>
            </a:pPr>
            <a:r>
              <a:t>支线需求：后端接口优化，支持多模型切换</a:t>
            </a:r>
          </a:p>
        </p:txBody>
      </p:sp>
      <p:pic>
        <p:nvPicPr>
          <p:cNvPr id="4" name="Picture 3" descr="202512051052304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572000" cy="16717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三种AI编程方案对比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4F6F6"/>
                </a:solidFill>
              </a:defRPr>
            </a:pPr>
            <a:r>
              <a:t>1. Claude Code + GLM4.6：1-2周，60元/月</a:t>
            </a:r>
          </a:p>
          <a:p>
            <a:pPr>
              <a:defRPr sz="1800">
                <a:solidFill>
                  <a:srgbClr val="F4F6F6"/>
                </a:solidFill>
              </a:defRPr>
            </a:pPr>
            <a:r>
              <a:t>2. Antigravity + Gemini3 Pro：4小时，按需计费</a:t>
            </a:r>
          </a:p>
          <a:p>
            <a:pPr>
              <a:defRPr sz="1800">
                <a:solidFill>
                  <a:srgbClr val="F4F6F6"/>
                </a:solidFill>
              </a:defRPr>
            </a:pPr>
            <a:r>
              <a:t>3. Auto-coder + Deepseek3.2：2天，24.59元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方案实施结果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4F6F6"/>
                </a:solidFill>
              </a:defRPr>
            </a:pPr>
            <a:r>
              <a:t>项目成功升级到1.10.6+</a:t>
            </a:r>
          </a:p>
          <a:p>
            <a:pPr>
              <a:defRPr sz="1800">
                <a:solidFill>
                  <a:srgbClr val="F4F6F6"/>
                </a:solidFill>
              </a:defRPr>
            </a:pPr>
            <a:r>
              <a:t>与React新版完全兼容</a:t>
            </a:r>
          </a:p>
          <a:p>
            <a:pPr>
              <a:defRPr sz="1800">
                <a:solidFill>
                  <a:srgbClr val="F4F6F6"/>
                </a:solidFill>
              </a:defRPr>
            </a:pPr>
            <a:r>
              <a:t>后端接口优化完成</a:t>
            </a:r>
          </a:p>
        </p:txBody>
      </p:sp>
      <p:pic>
        <p:nvPicPr>
          <p:cNvPr id="4" name="Picture 3" descr="202512051140082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2743200" cy="872159"/>
          </a:xfrm>
          <a:prstGeom prst="rect">
            <a:avLst/>
          </a:prstGeom>
        </p:spPr>
      </p:pic>
      <p:pic>
        <p:nvPicPr>
          <p:cNvPr id="5" name="Picture 4" descr="20251205114207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286000"/>
            <a:ext cx="2743200" cy="1872836"/>
          </a:xfrm>
          <a:prstGeom prst="rect">
            <a:avLst/>
          </a:prstGeom>
        </p:spPr>
      </p:pic>
      <p:pic>
        <p:nvPicPr>
          <p:cNvPr id="6" name="Picture 5" descr="202512051144340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286000"/>
            <a:ext cx="2743200" cy="2321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实施方法：项目设计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4F6F6"/>
                </a:solidFill>
              </a:defRPr>
            </a:pPr>
            <a:r>
              <a:t>目录结构三目录设计</a:t>
            </a:r>
          </a:p>
          <a:p>
            <a:pPr>
              <a:defRPr sz="1800">
                <a:solidFill>
                  <a:srgbClr val="F4F6F6"/>
                </a:solidFill>
              </a:defRPr>
            </a:pPr>
            <a:r>
              <a:t>配置文档指导</a:t>
            </a:r>
          </a:p>
          <a:p>
            <a:pPr>
              <a:defRPr sz="1800">
                <a:solidFill>
                  <a:srgbClr val="F4F6F6"/>
                </a:solidFill>
              </a:defRPr>
            </a:pPr>
            <a:r>
              <a:t>AI工具正确配置</a:t>
            </a:r>
          </a:p>
        </p:txBody>
      </p:sp>
      <p:pic>
        <p:nvPicPr>
          <p:cNvPr id="4" name="Picture 3" descr="202512051149007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572000" cy="31384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配置对比与总结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4F6F6"/>
                </a:solidFill>
              </a:defRPr>
            </a:pPr>
            <a:r>
              <a:t>CLAUDE.md vs autocoder RULES.md</a:t>
            </a:r>
          </a:p>
          <a:p>
            <a:pPr>
              <a:defRPr sz="1800">
                <a:solidFill>
                  <a:srgbClr val="F4F6F6"/>
                </a:solidFill>
              </a:defRPr>
            </a:pPr>
            <a:r>
              <a:t>Antigrativity 配置优势</a:t>
            </a:r>
          </a:p>
          <a:p>
            <a:pPr>
              <a:defRPr sz="1800">
                <a:solidFill>
                  <a:srgbClr val="F4F6F6"/>
                </a:solidFill>
              </a:defRPr>
            </a:pPr>
            <a:r>
              <a:t>核心洞察：好的开始是成功的一半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