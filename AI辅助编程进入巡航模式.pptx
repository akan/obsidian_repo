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AI辅助编程进入巡航模式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三种AI编程方案的对比与实践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同一个任务，3种不同的尝试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方案一：Claude Code + GLM4.6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task-master-ai, software-planning-tools, +mcp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GLM4.6规划能力OK，代码生成能力偏弱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需要配置skills，结合agent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手工执行workflow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用时：1-2周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费用：GLM4.6包月60元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方案二：Antigravity + Gemini3-Pro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21945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Sonnet4.5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无需配置agent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自动启用MCP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体验丝滑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用时：4小时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方案三：Auto-coder + Deepseek3.2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21945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+workflow +agent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用时：2天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成本：24.59元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什么任务？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Vue-CopilotKit 升级项目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主线需求：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Vue-CopilotKit需要升级到与React新版兼容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支线需求：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后端接口也修改了，之前很呆板，现在可以换模型，后端可以做更多的事情了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如何做？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1、设计目录结构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三个目录的好处：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提供足够上下文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出方案有明确参考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Debug有前后端代码</a:t>
            </a:r>
            <a:endParaRPr lang="en-US" sz="1400" dirty="0"/>
          </a:p>
        </p:txBody>
      </p:sp>
      <p:pic>
        <p:nvPicPr>
          <p:cNvPr id="5" name="Image 0" descr="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4592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项目初始化与配置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配置</a:t>
            </a:r>
            <a:endParaRPr lang="en-US" sz="1800" dirty="0"/>
          </a:p>
        </p:txBody>
      </p:sp>
      <p:pic>
        <p:nvPicPr>
          <p:cNvPr id="4" name="Image 0" descr="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3120"/>
            <a:ext cx="27432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AutoCoder RULES.md</a:t>
            </a:r>
            <a:endParaRPr lang="en-US" sz="1800" dirty="0"/>
          </a:p>
        </p:txBody>
      </p:sp>
      <p:pic>
        <p:nvPicPr>
          <p:cNvPr id="6" name="Image 1" descr="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03120"/>
            <a:ext cx="27432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配置</a:t>
            </a:r>
            <a:endParaRPr lang="en-US" sz="1800" dirty="0"/>
          </a:p>
        </p:txBody>
      </p:sp>
      <p:pic>
        <p:nvPicPr>
          <p:cNvPr id="8" name="Image 2" descr="image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657600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项目实践截图</a:t>
            </a:r>
            <a:endParaRPr lang="en-US" sz="3200" dirty="0"/>
          </a:p>
        </p:txBody>
      </p:sp>
      <p:pic>
        <p:nvPicPr>
          <p:cNvPr id="3" name="Image 0" descr="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1371600"/>
          </a:xfrm>
          <a:prstGeom prst="rect">
            <a:avLst/>
          </a:prstGeom>
        </p:spPr>
      </p:pic>
      <p:pic>
        <p:nvPicPr>
          <p:cNvPr id="4" name="Image 1" descr="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2743200" cy="1371600"/>
          </a:xfrm>
          <a:prstGeom prst="rect">
            <a:avLst/>
          </a:prstGeom>
        </p:spPr>
      </p:pic>
      <p:pic>
        <p:nvPicPr>
          <p:cNvPr id="5" name="Image 2" descr="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2743200" cy="1371600"/>
          </a:xfrm>
          <a:prstGeom prst="rect">
            <a:avLst/>
          </a:prstGeom>
        </p:spPr>
      </p:pic>
      <p:pic>
        <p:nvPicPr>
          <p:cNvPr id="6" name="Image 3" descr="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2743200" cy="1371600"/>
          </a:xfrm>
          <a:prstGeom prst="rect">
            <a:avLst/>
          </a:prstGeom>
        </p:spPr>
      </p:pic>
      <p:pic>
        <p:nvPicPr>
          <p:cNvPr id="7" name="Image 4" descr="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00400"/>
            <a:ext cx="2743200" cy="1371600"/>
          </a:xfrm>
          <a:prstGeom prst="rect">
            <a:avLst/>
          </a:prstGeom>
        </p:spPr>
      </p:pic>
      <p:pic>
        <p:nvPicPr>
          <p:cNvPr id="8" name="Image 5" descr="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200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总结与反思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"好的开始，是成功的一半。"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当大家学习这种半自动编程时（一次提示，然后可以跑1个小时以上？），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最难的并不是后面解决问题，而是前面如何初始化项目，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如何让AI做正确的规划。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未来已来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坏消息：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AI辅助编程对前端的挑战非常大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好消息：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灵光这类LLM结果动态渲染的AI应用已经开始崭露头角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AI应用的前端在输入和输出上都会变得足够复杂，这是一条希望之路。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Vue-CopilotKit部分支持动态渲染，还需要进一步增强。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2025-12-08T08:16:23Z</dcterms:created>
  <dcterms:modified xsi:type="dcterms:W3CDTF">2025-12-08T08:16:23Z</dcterms:modified>
</cp:coreProperties>
</file>